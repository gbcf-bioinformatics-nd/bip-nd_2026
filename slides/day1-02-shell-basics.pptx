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320040" cy="32004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5943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SESSION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Shell I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37490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and files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minutes · live coding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I · Day 1 Session 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this session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around a filesystem with pwd, ls, cd, and tab completion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absolute and relative paths — predict what they resolve to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files with cat, less, head, tail, wc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Copy, move, remove with cp, mv, rm — and know that rm has no trash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globs (*, ?, [abc]) to operate on many files at once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I · Day 1 Session 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am I and what's here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3035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pwd — your working directory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— list contents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-lah — long, all, human-readable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— change directory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completion is your spell-checker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17920" y="1554480"/>
            <a:ext cx="5486400" cy="4572000"/>
          </a:xfrm>
          <a:prstGeom prst="rect">
            <a:avLst/>
          </a:prstGeom>
          <a:solidFill>
            <a:srgbClr val="F5F5F0"/>
          </a:solidFill>
          <a:ln w="9525">
            <a:solidFill>
              <a:srgbClr val="D9DC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0" y="1691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0" y="2057400"/>
            <a:ext cx="51206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pwd
/home/learner
$ ls -lah
.    ..   envs/   notes.md
$ cd envs
$ pwd
/home/learner/envs
$ cd -    # back to where I was
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I · Day 1 Session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TRIPWIRE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Absolute vs. relative paths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2103120"/>
          </a:xfrm>
          <a:prstGeom prst="rect">
            <a:avLst/>
          </a:prstGeom>
          <a:solidFill>
            <a:srgbClr val="F5F5F0"/>
          </a:solidFill>
          <a:ln w="12700">
            <a:solidFill>
              <a:srgbClr val="D9DC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91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— works from anywhere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/home/learner/data/raw/sample.fq.gz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/data/genome/GRCh38.fa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554480"/>
            <a:ext cx="5486400" cy="2103120"/>
          </a:xfrm>
          <a:prstGeom prst="rect">
            <a:avLst/>
          </a:prstGeom>
          <a:solidFill>
            <a:srgbClr val="F5F5F0"/>
          </a:solidFill>
          <a:ln w="12700">
            <a:solidFill>
              <a:srgbClr val="D9DC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691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— depends on where you are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201168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data/raw/sample.fq.gz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../envs/workshop.yaml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./run_all.sh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931920"/>
            <a:ext cx="1106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working directory is not where the script lives.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script that says read('data/x.csv') resolves that against the directory you ran it from — not the script's own directory. This catches every learner eventually.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I · Day 1 Session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Inspect files without opening them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3035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— print whole file (small only)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— page through (q to quit)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-n 20 — first lines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-n 5 — last lines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 -l — count lines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17920" y="1554480"/>
            <a:ext cx="5486400" cy="4572000"/>
          </a:xfrm>
          <a:prstGeom prst="rect">
            <a:avLst/>
          </a:prstGeom>
          <a:solidFill>
            <a:srgbClr val="F5F5F0"/>
          </a:solidFill>
          <a:ln w="9525">
            <a:solidFill>
              <a:srgbClr val="D9DC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0" y="1691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FASTQ HAS 4 LINES PER READ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0" y="2057400"/>
            <a:ext cx="51206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head -4 sample.fq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@SRR12345.1 length=150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ACGTACGTACGT...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IIIIIIIIIIII...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wc -l sample.fq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2000000 sample.fq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I · Day 1 Session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Move, copy, remove — and globbing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3035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src dst, mv src dst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has NO trash — it's gone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-rf dir is a power tool — read twice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matches anything; ? matches one char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Globbing is done by the shell, not the command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17920" y="1554480"/>
            <a:ext cx="5486400" cy="4572000"/>
          </a:xfrm>
          <a:prstGeom prst="rect">
            <a:avLst/>
          </a:prstGeom>
          <a:solidFill>
            <a:srgbClr val="F5F5F0"/>
          </a:solidFill>
          <a:ln w="9525">
            <a:solidFill>
              <a:srgbClr val="D9DC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0" y="1691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0" y="2057400"/>
            <a:ext cx="51206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cp envs/d1.yaml /tmp/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mv /tmp/d1.yaml /tmp/day1.yaml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rm /tmp/day1.yaml   # gone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 envs/*.yaml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 samples/*_R1.fq.gz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 samples/sample_0?_R1.fq.gz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I · Day 1 Session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tripwires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Tilde (~) is a shell expansion — Python config files don't expand it for you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 in filenames break naive scripts; quote your variables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has no Trash; rm -rf has no Trash either, but more enthusiastically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completion is a correctness tool, not a convenience — it catches missing files before you run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I · Day 1 Session 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 · PAIRS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 — find, count, size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the workshop data directory, use the shell to: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List every .fastq.gz file under it.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Count how many there are.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Report the total size in human-readable form.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114800"/>
            <a:ext cx="10972800" cy="1463040"/>
          </a:xfrm>
          <a:prstGeom prst="rect">
            <a:avLst/>
          </a:prstGeom>
          <a:solidFill>
            <a:srgbClr val="F5F5F0"/>
          </a:solidFill>
          <a:ln w="12700">
            <a:solidFill>
              <a:srgbClr val="D9DC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452628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— recurse and filter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wc -l — count lines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 -sh — total size, human-readable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I · Day 1 Session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Shell I — Navigation and Files</dc:title>
  <dc:subject>PptxGenJS Presentation</dc:subject>
  <dc:creator>Workshop instructors</dc:creator>
  <cp:lastModifiedBy>Workshop instructors</cp:lastModifiedBy>
  <cp:revision>1</cp:revision>
  <dcterms:created xsi:type="dcterms:W3CDTF">2026-05-01T11:59:25Z</dcterms:created>
  <dcterms:modified xsi:type="dcterms:W3CDTF">2026-05-01T11:59:25Z</dcterms:modified>
</cp:coreProperties>
</file>