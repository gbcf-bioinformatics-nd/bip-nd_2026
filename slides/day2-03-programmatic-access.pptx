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320040" cy="3200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5943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SESSION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Programmatic access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37490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· R · Python — pick the right interface for the job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minutes · provenance is the deliverable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Access · Day 2 Session 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PER TASK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lanes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05200" cy="4389120"/>
          </a:xfrm>
          <a:prstGeom prst="rect">
            <a:avLst/>
          </a:prstGeom>
          <a:solidFill>
            <a:srgbClr val="F5F5F0"/>
          </a:solidFill>
          <a:ln w="9525">
            <a:solidFill>
              <a:srgbClr val="D9DC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2024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574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938528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2606040"/>
            <a:ext cx="3048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· esearch / efetch / xtract. Composes with Unix. Best for bulk and scripted retrieval.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28160" y="1645920"/>
            <a:ext cx="3505200" cy="4389120"/>
          </a:xfrm>
          <a:prstGeom prst="rect">
            <a:avLst/>
          </a:prstGeom>
          <a:solidFill>
            <a:srgbClr val="F5F5F0"/>
          </a:solidFill>
          <a:ln w="9525">
            <a:solidFill>
              <a:srgbClr val="D9DCD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02480" y="192024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9640" y="20574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79720" y="1938528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/ Bioconductor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02480" y="2606040"/>
            <a:ext cx="3048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biomaRt · AnnotationHub. Returns Bioconductor objects your downstream code already speaks.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107680" y="1645920"/>
            <a:ext cx="3505200" cy="4389120"/>
          </a:xfrm>
          <a:prstGeom prst="rect">
            <a:avLst/>
          </a:prstGeom>
          <a:solidFill>
            <a:srgbClr val="F5F5F0"/>
          </a:solidFill>
          <a:ln w="9525">
            <a:solidFill>
              <a:srgbClr val="D9DCD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82000" y="192024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160" y="205740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59240" y="1938528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82000" y="2606040"/>
            <a:ext cx="3048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biopython · pyensembl · requests. When the wrapper breaks, fall back to the underlying API.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Access · Day 2 Session 3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 — fetch an assembly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solidFill>
            <a:srgbClr val="F5F5F0"/>
          </a:solidFill>
          <a:ln w="9525">
            <a:solidFill>
              <a:srgbClr val="D9DC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37360"/>
            <a:ext cx="10607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#!/usr/bin/env bash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-euo pipefail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ACCESSION="${1:?accession required}"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OUTDIR="${2:?outdir required}"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-p "$OUTDIR"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Inspect first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datasets summary genome accession "$ACCESSION" \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jq '.reports[0] | {accession, organism, assembly_level}'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Then download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datasets download genome accession "$ACCESSION" \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--include genome,gff3,gtf,protein \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--filename "$OUTDIR/$ACCESSION.zip"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Record what we did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echo "ncbi_assembly: $ACCESSION";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echo "ncbi_query_date: $(date -u +%Y-%m-%dT%H:%M:%SZ)";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echo "datasets_version: $(datasets --version)";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&gt;&gt; "$OUTDIR/versions.txt"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→ fetch → record. Every fetch produces a versions.txt entry.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Access · Day 2 Session 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— pin the release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solidFill>
            <a:srgbClr val="F5F5F0"/>
          </a:solidFill>
          <a:ln w="9525">
            <a:solidFill>
              <a:srgbClr val="D9DC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37360"/>
            <a:ext cx="10607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library(biomaRt)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PIN the release. Without this, BioMart serves whatever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is current — and your query becomes irreproducible the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moment Ensembl ships its next release.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mart &lt;- useEnsembl(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biomart = "genes",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dataset = "hsapiens_gene_ensembl",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version = 111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 &lt;- getBM(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attributes = c("ensembl_gene_id", "external_gene_name",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"gene_biotype", "chromosome_name",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"start_position", "end_position"),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filters    = c("chromosome_name", "biotype"),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values     = list("17", "protein_coding"),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mart       = mart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via 'version'. For maximum reproducibility, point at archive.ensembl.org for that release.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Access · Day 2 Session 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pyensembl + requests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— wrapper or raw REST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3035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pyensembl: cached, fast, offline after first use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with a release number — that is the pin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biopython.Entrez: NCBI's docs as Python objects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against an archive host: maximum control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set User-Agent and a contact email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17920" y="1554480"/>
            <a:ext cx="5486400" cy="4572000"/>
          </a:xfrm>
          <a:prstGeom prst="rect">
            <a:avLst/>
          </a:prstGeom>
          <a:solidFill>
            <a:srgbClr val="F5F5F0"/>
          </a:solidFill>
          <a:ln w="9525">
            <a:solidFill>
              <a:srgbClr val="D9DC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1691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PYENSEMBL EXAMPLE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2057400"/>
            <a:ext cx="5120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pyensembl import EnsemblRelease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EnsemblRelease(111)   # the pin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data.download(); data.index()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 = data.genes_by_name("TP53")[0]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print(gene.gene_id, gene.contig,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gene.start, gene.end)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t in gene.transcripts: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print(t.transcript_id,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t.biotype, len(t))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Access · Day 2 Session 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SCRIPT WRITES THIS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provenance discipline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64240" cy="2743200"/>
          </a:xfrm>
          <a:prstGeom prst="rect">
            <a:avLst/>
          </a:prstGeom>
          <a:solidFill>
            <a:srgbClr val="F5F5F0"/>
          </a:solidFill>
          <a:ln w="12700">
            <a:solidFill>
              <a:srgbClr val="D9DC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versions.txt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10607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ensembl_release: 111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ensembl_query_date: 2024-04-15T14:32:00Z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ncbi_assembly: GCF_000005845.2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ncbi_query_date: 2024-04-15T14:32:18Z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biomart_url: https://www.ensembl.org/biomart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biomaRt_version: 2.58.2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R_version: 4.3.2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6634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it. 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it, "I queried Ensembl" is not a reproducible statement.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Access · Day 2 Session 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tripwires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downloaded it once, so it's reproducible" — not if you cannot say which release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API gave me a different answer last week" — yes, because Ensembl ships on a schedule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wrapper is the API" — it isn't; when it breaks, fall back to the underlying API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is automatic in pyensembl and AnnotationHub — not in biopython.Entrez or raw requests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Access · Day 2 Session 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 · PAIRS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— commit a query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your Day 1 project: scripts/01_fetch_reference.sh (or .R, .py)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the workshop assembly by accession; record release/date in versions.txt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small metadata table from BioMart or pyensembl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Commit. Push. Swap repos with another pair and rerun their script.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outputs aren't identical — find and fix the gap.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Access · Day 2 Session 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Programmatic Access</dc:title>
  <dc:subject>PptxGenJS Presentation</dc:subject>
  <dc:creator>Workshop instructors</dc:creator>
  <cp:lastModifiedBy>Workshop instructors</cp:lastModifiedBy>
  <cp:revision>1</cp:revision>
  <dcterms:created xsi:type="dcterms:W3CDTF">2026-05-01T11:59:25Z</dcterms:created>
  <dcterms:modified xsi:type="dcterms:W3CDTF">2026-05-01T11:59:25Z</dcterms:modified>
</cp:coreProperties>
</file>