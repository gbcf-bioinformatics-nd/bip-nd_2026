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SESSION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with Remote-SSH, debugger, linting, and Git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 · the segment that changes how you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bother with an IDE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interpreter, terminal, debugger, notebook, and Git all point at the same env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Linters catch bugs at save-time, not at runtime, not at review-time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 are visual — staging hunks (not whole files) becomes routine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finally have readable diffs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Remote-SSH: edit on your laptop, run on the HPC, no scp dance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HERE, RUN THERE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Remote-SSH — the pivotal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1600" y="2560320"/>
            <a:ext cx="1828800" cy="182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laptop)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869680" y="2560320"/>
            <a:ext cx="1828800" cy="1828800"/>
          </a:xfrm>
          <a:prstGeom prst="ellipse">
            <a:avLst/>
          </a:prstGeom>
          <a:solidFill>
            <a:srgbClr val="F5F5F0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+ terminal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HPC)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3474720"/>
            <a:ext cx="566928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tunnel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Cmd+Shift+P → "Remote-SSH: Connect to Host…"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project folder. Open the terminal. The terminal lives on the HPC.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on laptop. Files on cluster. One window.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demo that changes how learners work.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SETTING, MANY PROBLEMS GONE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 selection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Cmd+Shift+P → "Python: Select Interpreter" → workshop-day2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every terminal auto-activates that env; the debugger uses its python; Jupyter binds to its kernel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silent failure in bioinformatics — running a script against the wrong python — disappears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R: install the R extension, set r.rterm.linux to the env's R binary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.vscode/settings.json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 settings, committed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"editor.formatOnSave": true,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"[python]":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"editor.defaultFormatter": "charliermarsh.ruff",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"editor.codeActionsOnSave":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"source.fixAll.ruff": "explicit",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"source.organizeImports.ruff": "explicit"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"ruff.lineLength": 88,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"r.rterm.linux": "${env:CONDA_PREFIX}/bin/R",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"shellcheck.run": "onSave",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"git.autofetch":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settings.json and extensions.json. The IDE behavior in this project is part of the project.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STYLE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Linting catches real bugs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summarize(df):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 in df["read_count"]: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 + 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ruff: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F401 'json' imported but unused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PLW2901 outer 'n' overwritten by loop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B007 loop variable 'n' not used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86400" cy="4572000"/>
          </a:xfrm>
          <a:prstGeom prst="rect">
            <a:avLst/>
          </a:prstGeom>
          <a:solidFill>
            <a:srgbClr val="F5F5F0"/>
          </a:solidFill>
          <a:ln w="12700">
            <a:solidFill>
              <a:srgbClr val="D9DC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summarize(df):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int(df["read_count"].sum())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the lint, then decide: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 F401 (unused import) → auto-fix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- PLW2901 (shadowed name) → real bug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Linting is bug detection.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 happens to also catch style.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· STEP · INSPECT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debugger replaces 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 breakpoint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06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 the gutter at the suspect line. Red dot.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under debugger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F5. Execution pauses at the breakpoint.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97764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89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variables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2960" y="4937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pane shows everything in scope. Watch arbitrary expressions.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3977640"/>
            <a:ext cx="5394960" cy="2057400"/>
          </a:xfrm>
          <a:prstGeom prst="rect">
            <a:avLst/>
          </a:prstGeom>
          <a:solidFill>
            <a:srgbClr val="F5F5F0"/>
          </a:solidFill>
          <a:ln w="9525">
            <a:solidFill>
              <a:srgbClr val="D9DCD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3891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2702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through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92240" y="4937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over, F11 into, F5 continue. Find the bug without instrumenting it.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· DIFF · COMMIT · PUSH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Git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diff in the gutter — green/red bars next to changed lines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hunks, not whole files, with the + icon next to a hunk in the diff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with a message in the panel; push with the sync button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GitLens: hover any line to see who changed it, when, and the commit message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(.ipynb) get cell-by-cell diffs; Quarto (.qmd) gets ordinary text diffs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tripwires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the env in a terminal isn't enough — the editor doesn't know; set the interpreter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lints are style; many are bug detection — read the message before suppressing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debugging is fine for one-liners; for anything calling 3+ functions, the debugger is faster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from the IDE is git push either way — it just shows you the diff first, which is safer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· PAIRS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— debug a real bug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Day 1 project in VS Code via Remote-SSH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interpreter to workshop-day2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exercises/broken_script.py — fix the lints (some auto, some by hand)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exercises/buggy_pipeline.py — observe wrong output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breakpoint; step through; find the off-by-one. No print statements.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fix from inside the IDE.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IDE · Day 2 Session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 Code as a Bioinformatics IDE</dc:title>
  <dc:subject>PptxGenJS Presentation</dc:subject>
  <dc:creator>Workshop instructors</dc:creator>
  <cp:lastModifiedBy>Workshop instructors</cp:lastModifiedBy>
  <cp:revision>1</cp:revision>
  <dcterms:created xsi:type="dcterms:W3CDTF">2026-05-01T11:59:25Z</dcterms:created>
  <dcterms:modified xsi:type="dcterms:W3CDTF">2026-05-01T11:59:25Z</dcterms:modified>
</cp:coreProperties>
</file>