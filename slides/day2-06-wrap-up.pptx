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SESSION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reproducibility ladder · next-step tracks · close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· the artifact is your repo on GitHub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Day 2 Session 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closing walk-through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VS Code, on the HPC, in the workshop-day2 env: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pull a fresh annotation programmatically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scripts/01_fetch_reference.sh "$ACCESSION" data/raw/ref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summarize it with a small downstream script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scripts/02_summarize_genes.py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data/raw/ref/*/genomic.gff &gt; results/gene_summary.tsv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inspect in the 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results/gene_summary.tsv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commit (results are gitignored; scripts and versions.txt aren't)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scripts/02_summarize_genes.py versions.txt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gene summary; record annotation provenance"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GitHub. The README renders. The history shows the commits. The versions.txt is committed. THIS is the artifact.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Day 2 Session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reproducibility ladder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59436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755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captured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YAML; sessionInfo()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11064240" cy="59436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50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under version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96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 a stranger can read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11064240" cy="59436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638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182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self-documenting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2095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 immutable; processed/ regenerable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85616"/>
            <a:ext cx="11064240" cy="59436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770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38953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provenance recorded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922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query a committed script + versions.txt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11064240" cy="59436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5902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46085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as code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636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Nextflow / Snakemake when the work repeats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64240" cy="59436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303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5321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setup catches mistakes early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interpreter, linters, debugger, diffable notebooks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Day 2 Session 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Next-step tracks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RNA-seq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 → tximeta → DESeq2. The most common follow-on workshop.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8160" y="164592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248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64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972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Single-cell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02480" y="260604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Scanpy or Seurat. Big, opinionated. OSCA + scanpy tutorials.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7680" y="164592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8200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057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59240" y="193852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calling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82000" y="260604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nf-core/sarek (human) or nf-core/bacass / snippy (bacterial).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891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27024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 + integration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2960" y="493776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Topic-specific. Talk to the core facility.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328160" y="397764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0248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640" y="43891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9720" y="427024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for genomics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02480" y="493776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course. Modern Statistics for Modern Biology (free online).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107680" y="3977640"/>
            <a:ext cx="350520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8200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160" y="438912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59240" y="4270248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facility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382000" y="4937760"/>
            <a:ext cx="304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hours, request form, email. Be specific about what you need.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Day 2 Session 6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AGO YOU DREW THE CHAIN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point at every box where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learned this week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that step more defensible.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Day 2 Session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MAKE THINGS DEFENSIBLE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feedback form is open now. Two minutes — fill it before you leave the room.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— thank you. Pair-mates — find each other on Slack.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github.com/&lt;workshop-org&gt;/genomics-bioinformatics-workshop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Day 2 Session 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Putting It Together</dc:title>
  <dc:subject>PptxGenJS Presentation</dc:subject>
  <dc:creator>Workshop instructors</dc:creator>
  <cp:lastModifiedBy>Workshop instructors</cp:lastModifiedBy>
  <cp:revision>1</cp:revision>
  <dcterms:created xsi:type="dcterms:W3CDTF">2026-05-01T11:59:25Z</dcterms:created>
  <dcterms:modified xsi:type="dcterms:W3CDTF">2026-05-01T11:59:25Z</dcterms:modified>
</cp:coreProperties>
</file>