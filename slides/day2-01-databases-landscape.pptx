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lives, organized by what it holds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· the map, not the catalog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Landscape · Day 2 Session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TO TAKE FROM THIS SESSION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external resource you use today,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commit a query script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record its release / date.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Landscape · Day 2 Session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— by what they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+ assemblies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· Ensembl · UCSC · DDBJ / ENA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8160" y="164592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24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4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972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reads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2480" y="260604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· ENA · DDBJ DRA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7680" y="164592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200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057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924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/ pathway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82000" y="260604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Ontology · Reactome · KEGG · MSigDB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89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27024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493776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dbSNP · ClinVar · gnomAD · COSMIC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328160" y="397764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0248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640" y="43891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9720" y="427024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02480" y="493776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· ArrayExpress · GTEx · HPA · CellxGene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107680" y="397764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8200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38912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59240" y="427024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Proteins + structures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382000" y="493776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· InterPro · AlphaFold DB · PDB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Landscape · Day 2 Session 1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principles to repeat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201168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resource is the one whose curation choices match your question.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RefSeq and Ensembl annotate the same human genome and disagree on hundreds of genes. Pick one. Document it. Don't mix.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463040" y="39776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without a release/date is not a reproducible source.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 ships numbered releases on a schedule. dbSNP has builds. ClinVar has dated dumps. Record the version of every resource you query.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Landscape · Day 2 Session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silent mistakes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by gene symbol — symbols are aliased and renamed; use stable IDs and convert at the boundary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— GRCh37 ≠ GRCh38; lift-over is lossy at the edges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RefSeq and Ensembl annotations in one analysis — the transcripts disagree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downloaded it once, so it's reproducible" — not without the release pinned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Landscape · Day 2 Session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do this morning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walk-through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NCBI, Ensembl, UCSC. The same task three ways.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lane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esearch / efetch — committable scripts.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lane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biomaRt, AnnotationHub — Bioconductor objects.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89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lane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9224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biopython, pyensembl, REST. Wrapper or raw API.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Landscape · Day 2 Session 1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Database Landscape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