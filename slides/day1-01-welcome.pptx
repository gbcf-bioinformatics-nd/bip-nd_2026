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20040" cy="3200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594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SESSION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Genomics and Bioinformatics Analysis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Two-day workshop · Carpentries-style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· Day 1 Session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be able to do in two days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an HPC and read genomic files from the shell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use a reproducible conda environment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 out a Git-versioned project a collaborator could pick up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data from public databases — through web and code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VS Code with Remote-SSH, debugger, linting, and Git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· Day 1 Session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themes — the spine of the workshop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128016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574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938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Preparations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60604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 + shell + HPC literacy. The operational basics.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1645920"/>
            <a:ext cx="5394960" cy="128016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0" y="19202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574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938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92240" y="260604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software with conda/mamba and containers.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200400"/>
            <a:ext cx="5394960" cy="128016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347472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6118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34930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22960" y="416052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structure, version control, and a coding setup that catches mistakes.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217920" y="3200400"/>
            <a:ext cx="5394960" cy="128016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92240" y="347472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61188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34930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acquisition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492240" y="416052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databases, web and programmatic access, recorded provenance.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48640" y="4754880"/>
            <a:ext cx="5394960" cy="128016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22960" y="502920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16636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00200" y="50474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 research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822960" y="571500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 that let someone else rerun your work — including future you.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· Day 1 Session 1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genomics analysis chain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920240" cy="1005840"/>
          </a:xfrm>
          <a:prstGeom prst="rect">
            <a:avLst/>
          </a:prstGeom>
          <a:solidFill>
            <a:srgbClr val="F5F5F0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FASTQ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1737360"/>
            <a:ext cx="1920240" cy="1005840"/>
          </a:xfrm>
          <a:prstGeom prst="rect">
            <a:avLst/>
          </a:prstGeom>
          <a:solidFill>
            <a:srgbClr val="F5F5F0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874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FastQC, fastp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737360"/>
            <a:ext cx="1920240" cy="1005840"/>
          </a:xfrm>
          <a:prstGeom prst="rect">
            <a:avLst/>
          </a:prstGeom>
          <a:solidFill>
            <a:srgbClr val="F5F5F0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874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 / quantify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BWA, salmon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0" y="1737360"/>
            <a:ext cx="1920240" cy="1005840"/>
          </a:xfrm>
          <a:prstGeom prst="rect">
            <a:avLst/>
          </a:prstGeom>
          <a:solidFill>
            <a:srgbClr val="F5F5F0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1874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downstream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4944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· variants · peaks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52560" y="1737360"/>
            <a:ext cx="1920240" cy="1005840"/>
          </a:xfrm>
          <a:prstGeom prst="rect">
            <a:avLst/>
          </a:prstGeom>
          <a:solidFill>
            <a:srgbClr val="F5F5F0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1874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5256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 · stats · figures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0" y="2240280"/>
            <a:ext cx="182880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240280"/>
            <a:ext cx="182880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2240280"/>
            <a:ext cx="182880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69680" y="2240280"/>
            <a:ext cx="182880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74904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workflows share this backbone.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RNA-seq, variant calling, ATAC, ChIP — different boxes, same shape.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box is a decision.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Aligner, threshold, normalization, test. Most of bioinformatics is making and defending those decisions.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themes make those decisions defensible.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· Day 1 Session 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command-line and reproducibility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303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scriptable command is a record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the same on every machine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composes with the next command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is a one-time event no one can rerun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486400" cy="45720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LINE, FOREVER REPRODUCIBLE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205740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zcat sample.fastq.gz | wc -l
2000000
# divide by four for the read count
$ zcat sample.fastq.gz | awk 'END {print NR/4}'
500000
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· Day 1 Session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days at a glance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49240" cy="45720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0" y="1554480"/>
            <a:ext cx="5349240" cy="45720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— Foundations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and the mental model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I — navigation and files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II — pipes, scripting, HPC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(conda, containers)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and Git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— Databases and the IDE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landscape and web portals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access (CLI · R · Python)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as a bioinformatics IDE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— help and harm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· Day 1 Session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rules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notes — green = with us, red = stuck. Keep one out the whole time.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work in exercises. Strangers, not friends.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don't paste. Mistakes are part of the demo.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Helpers circulate during exercises — flag them, don't wait.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of Conduct applies to room, etherpad, Slack, lunch. Read it.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· Day 1 Session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and Mental Model</dc:title>
  <dc:subject>PptxGenJS Presentation</dc:subject>
  <dc:creator>Workshop instructors</dc:creator>
  <cp:lastModifiedBy>Workshop instructors</cp:lastModifiedBy>
  <cp:revision>1</cp:revision>
  <dcterms:created xsi:type="dcterms:W3CDTF">2026-05-01T11:59:24Z</dcterms:created>
  <dcterms:modified xsi:type="dcterms:W3CDTF">2026-05-01T11:59:24Z</dcterms:modified>
</cp:coreProperties>
</file>