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portals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NCBI, Ensembl, UCSC — the same task three ways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· live demos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gene record, its assembly, and its annotation files on NCBI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Ensembl BioMart to extract a metadata table without writing code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UCSC's Genome Browser and Table Browser to load tracks and pull intervals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assembly version and resource release of any record you retrieve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NCBI — gene → assembly → files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gene at ncbi.nlm.nih.gov/gene/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chromosome, canonical RefSeq transcript, gene type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to the Assembly — record the accession (e.g. GCF_000001405.40)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options: genomic FASTA, GTF, GFF, protein FASTA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Run Selector: trace from gene/study to raw reads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20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ACCESSION IS THE STABLE HANDLE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click in the web UI ≡ one shell command tomorrow: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datasets download genome accession GCF_000001405.40 --include gff3,gtf,protein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TWO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 — gene page and BioMart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PAGE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ensembl.org → search for the gene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Ensembl gene ID (ENSG…)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number is in the page header — record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Genomics → Orthologues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alignments where relevant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→ BioMart → Ensembl Genes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e.g., chromosome 17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ID, name, biotype, description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as TSV — no code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XML query — the same R/biomaRt speaks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THREE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UCSC — browser and Table Browser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Browser: pick the assembly that matches your data — read it twice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tracks: Genes, RefSeq, ENCODE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tracks: load a BED or BedGraph from your project — verify in context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Browser → choose track, region, output BED → "get output"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liftOver: chain files for coordinate translation between assemblies (lossy at the edges)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Tripwires you'll see again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mismatch — GRCh37 vs GRCh38 silently looks wrong, doesn't error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Symbol-based lookups return different records on NCBI vs Ensembl — use stable IDs once you have them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BioMart serves the latest release by default — pin via the archive site (archive.ensembl.org) for reproducibility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THE NEXT SESSION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you just did by clicking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be done by typing.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typing buys you: a committed script.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Portals · Day 2 Session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Web-First: NCBI, Ensembl, UCSC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