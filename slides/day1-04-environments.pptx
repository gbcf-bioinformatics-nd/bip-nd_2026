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94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SESSION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Conda, mamba, and an honest look at containers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 · YAMLs are the artifact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· Day 1 Session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environments exist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029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871216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of samtools you used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029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400800" y="2871216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your collaborator has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defaults. Different output. Different conclusions.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environment captures every package and version. Activate it, your PATH points at exactly those binaries. Ship the YAML alongside your paper, your collaborator recreates it bit-for-bit.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· Day 1 Session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MEMORY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Create, activate, verify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from a YAML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mamba env create -f envs/workshop-day1.yaml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Activate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mamba activate workshop-day1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what's actually on PATH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which samtools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~/miniforge3/envs/workshop-day1/bin/samtools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samtools --version | head -1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samtools 1.21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 from an edited YAML (does not remove what you removed)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mamba env update -f envs/workshop-day1.yaml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runs the wrong version, `which` tells you where it came from. Nine times out of ten the env is not active.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· Day 1 Session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YAML, dissected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943600" cy="457200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55778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my-project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conda-forge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bioconda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nodefaults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python=3.11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samtools=1.21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bcftools=1.21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pip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pip: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some-pure-python-package==1.2.3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169164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order matters.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conda-forge → bioconda → nodefaults. Mixing produces solver pain.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what matters.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whose behavior is your method. Not python patch versions.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is for pure-Python packages not on conda.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last in the dependencies block.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· Day 1 Session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 — when conda is not enough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development; ubiquitous in CI.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645920"/>
            <a:ext cx="539496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Singularity / Apptainer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2606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HPC-friendly cousin of Docker; runs without root.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39496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891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reach for one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2960" y="49377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libraries; bit-exact reproducibility; tools that fight each other in conda.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17920" y="3977640"/>
            <a:ext cx="539496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3891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NOT to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492240" y="49377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workshop-style work — conda alone is enough. Don't pay the build/registry cost without the benefit.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· Day 1 Session 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MIX BLINDLY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vs. conda on HPC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systems (module avail / module load) are HPC-local. Modules don't follow you to your laptop.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envs are portable — same YAML works on the cluster, your laptop, AWS.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both exist for a tool, prefer conda. Modules for things conda can't provide (proprietary compilers, niche MPI builds).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activate a module and a conda env in the same shell unless you know your PATH cold.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· Day 1 Session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tripwires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inside an active conda env can quietly break it — they don't communicate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is for conda itself, not your project — every project gets its own env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&lt;tool&gt; is your friend when the wrong version runs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and a lock file are different. YAML = intent. Lock = exact result. Both have their place.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· Day 1 Session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— pin a version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starter-env.yaml to pin samtools to a specific version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the env: mamba env create -f starter-env.yaml -n my-project-pinned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it. Run samtools --version. Confirm the version matches.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sentence in the etherpad: why pin samtools but not python's patch version?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· Day 1 Session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Environments</dc:title>
  <dc:subject>PptxGenJS Presentation</dc:subject>
  <dc:creator>Workshop instructors</dc:creator>
  <cp:lastModifiedBy>Workshop instructors</cp:lastModifiedBy>
  <cp:revision>1</cp:revision>
  <dcterms:created xsi:type="dcterms:W3CDTF">2026-05-01T11:59:25Z</dcterms:created>
  <dcterms:modified xsi:type="dcterms:W3CDTF">2026-05-01T11:59:25Z</dcterms:modified>
</cp:coreProperties>
</file>