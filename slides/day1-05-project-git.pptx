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+ Git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layout you can defend; a history a stranger can read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minutes · push to GitHub by 16:15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a bioinformatics project that makes the data flow obvious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Git repository with a meaningful .gitignore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incrementally — messages explain why, not what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GitHub; confirm a stranger could clone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Internalize: never commit raw data, ever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raw/         immutable, not in 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processed/   regenerable, not in 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envs/          conda YAMLs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       shell, R, Python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results/       figures, tables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notebooks/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data/processed/ and results/ is regeneratable from data/raw/ plus the code in scripts/ and notebooks/.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processed file by hand is a reproducibility hole.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move the file to raw/ (and accept it as input) or change the script that produces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NARROWLY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commands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&lt;files&gt;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"Why this change matters"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git@github.com:&lt;you&gt;/&lt;repo&gt;.git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Branches, merges, rebase exist. Not today.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spine. Branches and rebase are their own workshop.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BY DEFAULT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.gitignore that saves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commit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*.fastq  *.fastq.gz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*.bam    *.bam.bai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*.vcf    *.vcf.gz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*.h5ad   *.rds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artifacts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work/    .nextflow*    .snakemake/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Environments and caches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.conda/  .venv/  __pycache__/  .ipynb_checkpoints/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 — commit settings, not workspace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!.vscode/settings.json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!.vscode/extensions.json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! lines unignore specific files. We commit the IDE config that everyone should share, not the per-user workspace state.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FUTURE-YOU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good commit messages look like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MAPQ threshold to 20 to recover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variants in repeat regions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samtools=1.21; 1.18 changed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for -m in markdup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raw data path on HPC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SRA accession list to README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4805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asdf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FINAL v2_REAL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tripwires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this once" committing data is forever — the file stays in history, even after rm and a new commit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is convenient and dangerous in a directory full of BAMs — git status first, always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README is not optional — it is the contract with anyone who clones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LFS for large genomic files is rarely the right answer; use a data archive (Zenodo, institutional store) and link from README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· PAIRS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push your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project-template/ to ~/my-workshop-project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init; commit the skeleton; push to a fresh GitHub repo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one-paragraph project description; commit; push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repos with another pair — clone theirs, follow their README; note any gap in the etherpad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own pair's feedback and re-push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Git · Day 1 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Structure and Version Control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