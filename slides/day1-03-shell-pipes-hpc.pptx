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SESSION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II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Pipes, scripting, and the HPC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· live coding · first job submission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+ HPC · Day 1 Session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pieces, one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grep, cut, sort, uniq, wc with pipes to answer questions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defensible shell script — shebang, set -euo pipefail, variables, loops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sbatch / srun / squeue and the login-vs-compute split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job, find its stdout/stderr, and know why it died when it does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+ HPC · Day 1 Session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Pipes and redirection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sends stdout into the next command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overwrites; &gt;&gt; appends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2&gt; redirects stderr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2&gt;&amp;1 merges them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don't write a file unless you tell them 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envs/ | wc -l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&gt; listing.txt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/none 2&gt; err.txt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/none &gt; out.txt 2&gt;&amp;1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out.txt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+ HPC · Day 1 Session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· CUT · SORT · UNIQ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Unix toolbox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does one thing. Compose them.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CSV with cut -d, -f&lt;n&gt;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-n +2 skips the header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 -c counts after sort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everything; commit the recipe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how many samples per condition?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cut -d, -f2 samplesheet.csv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tail -n +2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sort | uniq -c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control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treated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which samples are 'treated'?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',treated,' samplesheet.csv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cut -d, -f1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+ HPC · Day 1 Session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ONCE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 shell script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bash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count_reads.sh — print read count of every FASTQ in a directory.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DATA_DIR="${1:-.}"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 in "$DATA_DIR"/*.fastq.gz; 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n=$(zcat "$f" | awk 'END {print NR/4}')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 "%s\t%d\n" "$(basename "$f")" "$n"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-euo pipefail makes failures loud. Quotes around variables protect against spaces.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+ HPC · Day 1 Session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SHAPE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node ≠ compute node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554480" cy="1554480"/>
          </a:xfrm>
          <a:prstGeom prst="ellipse">
            <a:avLst/>
          </a:prstGeom>
          <a:solidFill>
            <a:srgbClr val="F5F5F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08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3520440"/>
            <a:ext cx="54864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743200"/>
            <a:ext cx="1554480" cy="1554480"/>
          </a:xfrm>
          <a:prstGeom prst="ellipse">
            <a:avLst/>
          </a:prstGeom>
          <a:solidFill>
            <a:srgbClr val="F5F5F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108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3520440"/>
            <a:ext cx="15544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2743200"/>
            <a:ext cx="1554480" cy="1554480"/>
          </a:xfrm>
          <a:prstGeom prst="ellipse">
            <a:avLst/>
          </a:prstGeom>
          <a:solidFill>
            <a:srgbClr val="F5F5F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108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SLURM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06640" y="3520440"/>
            <a:ext cx="12801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2743200"/>
            <a:ext cx="1554480" cy="1554480"/>
          </a:xfrm>
          <a:prstGeom prst="ellipse">
            <a:avLst/>
          </a:prstGeom>
          <a:solidFill>
            <a:srgbClr val="F5F5F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31089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3154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 shared.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analyses there.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where the work happens — reach it through sbatch.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--time and --mem; check stdout/stderr in the --output and --error files.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+ HPC · Day 1 Session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sbatch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#!/usr/bin/env bash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--job-name=count_reads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--time=00:05:00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--mem=1G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--cpus-per-task=1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--output=logs/count_%j.out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#SBATCH --error=logs/count_%j.err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~/miniforge3/etc/profile.d/conda.sh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workshop-day1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count_reads.sh "$WORKSHOP_DATA/samples"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submit:    sbatch submit.sbatch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check:     squeue -u $USER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inspect:   cat logs/count_&lt;jobid&gt;.out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%j is the job ID. Always activate the env explicitly — compute nodes do not inherit your login shell.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+ HPC · Day 1 Session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tripwires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overwrites silently — no prompt, no recovery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is not parallelism; iterations run one at a time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$VAR vs. "$VAR" is not stylistic — quote your variables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job is a successful sbatch — the error is in the .err file, not the return value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on the login node. Don't run on the login node. Don't run on the login node.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+ HPC · Day 1 Session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 · PAIRS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— your first job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count_reads.sh (12 lines, set -euo pipefail, for-loop)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submit.sbatch from the lesson README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it: sbatch submit.sbatch "$WORKSHOP_DATA/samples"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squeue -u $USER, then read logs/count_*.out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read filenames from samplesheet.csv instead of globbing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II + HPC · Day 1 Session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II + HPC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