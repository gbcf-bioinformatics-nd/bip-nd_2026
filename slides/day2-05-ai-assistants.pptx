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SESSION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help, where they hurt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· posture, not tool tutorial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· Day 2 Session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categories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05200" cy="438912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304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Boilerplate. Plot scaffolding. Regex. Docstrings and tests. Code translation.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8160" y="1645920"/>
            <a:ext cx="3505200" cy="438912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0248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640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972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02480" y="2606040"/>
            <a:ext cx="304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APIs and parameter defaults. Tool-default thresholds. Out-of-date Bioconductor and scverse releases.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07680" y="1645920"/>
            <a:ext cx="3505200" cy="438912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8200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057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5924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Dangerous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82000" y="2606040"/>
            <a:ext cx="304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choice. Citations. Anything touching protected data.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· Day 2 Session 5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ZONE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they help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 this CSV, drop NA in column X, write back." Boilerplate.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a ggplot2 volcano plot from a DESeq2 results table." Scaffolding.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"Extract everything between the third underscore and the next period." Regex.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a docstring / unit test stub for this function." Drafts you edit.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"Rewrite this awk one-liner as Python." Translation — they're trained on this.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· Day 2 Session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ZONE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they hurt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APIs — confidently produces calls to functions that don't exist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defaults — uses what was true two versions ago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and methodological choices — will suggest a t-test where you need a mixed model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— invents DOIs, author lists, journal names with no flag of uncertainty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Bioconductor / scverse — six-month release cycles outpace training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· Day 2 Session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BEFORE PASTING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457200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protected data?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Genotypes, patient identifiers, unpublished sequences, embargoed studies, IRB-protected. If yes — do not paste.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657600" cy="457200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2423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my institution say?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33756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institutions have a policy on third-party AI services. Find it. If they don't — that's a separate conversation.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657600" cy="457200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503920" y="2423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assistant on-prem or under contract?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333756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BAA, DPA, institutional agreement. Changes the answer to question 1.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· Day 2 Session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· 30 SECONDS EACH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verification posture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read every line? Not skim — read.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function exist in the version of the package I have?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defaults sensible for my data — not the assistant's?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run it on a small case where I know the answer?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diff small enough to actually review?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· Day 2 Session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POSTURE IN ONE SENTENCE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fast, fluent collaborator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not read the documentation.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· Day 2 Session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Assistants</dc:title>
  <dc:subject>PptxGenJS Presentation</dc:subject>
  <dc:creator>Workshop instructors</dc:creator>
  <cp:lastModifiedBy>Workshop instructors</cp:lastModifiedBy>
  <cp:revision>1</cp:revision>
  <dcterms:created xsi:type="dcterms:W3CDTF">2026-05-01T11:59:25Z</dcterms:created>
  <dcterms:modified xsi:type="dcterms:W3CDTF">2026-05-01T11:59:25Z</dcterms:modified>
</cp:coreProperties>
</file>